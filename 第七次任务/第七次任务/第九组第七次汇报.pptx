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4" r:id="rId2"/>
    <p:sldId id="276" r:id="rId3"/>
    <p:sldId id="26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91" r:id="rId13"/>
    <p:sldId id="298" r:id="rId14"/>
    <p:sldId id="299" r:id="rId15"/>
    <p:sldId id="285" r:id="rId16"/>
    <p:sldId id="286" r:id="rId17"/>
    <p:sldId id="287" r:id="rId18"/>
    <p:sldId id="288" r:id="rId19"/>
    <p:sldId id="289" r:id="rId20"/>
    <p:sldId id="290" r:id="rId21"/>
  </p:sldIdLst>
  <p:sldSz cx="12188825" cy="6858000"/>
  <p:notesSz cx="6858000" cy="9144000"/>
  <p:defaultTextStyle>
    <a:defPPr rtl="0"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howGuides="1">
      <p:cViewPr>
        <p:scale>
          <a:sx n="59" d="100"/>
          <a:sy n="59" d="100"/>
        </p:scale>
        <p:origin x="-1098" y="-33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7178B13D-69C5-48FF-B4BC-F91E5DF1D623}" type="datetime1">
              <a:rPr lang="zh-CN" altLang="en-US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2018/5/9</a:t>
            </a:fld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CFD77566-CD65-4859-9FA1-43956DC85B8C}" type="slidenum">
              <a:rPr lang="en-US" altLang="zh-CN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6B449BB-9F99-43EE-A1AA-ED1E313F74C2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796F01-7154-41E0-B48B-A6921757531A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609600" algn="l" defTabSz="1218565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1219200" algn="l" defTabSz="1218565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828165" algn="l" defTabSz="1218565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2437765" algn="l" defTabSz="1218565" rtl="0" eaLnBrk="1" latinLnBrk="0" hangingPunct="1">
      <a:defRPr sz="1600" kern="1200">
        <a:solidFill>
          <a:schemeClr val="tx2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73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 rtlCol="0">
            <a:normAutofit/>
          </a:bodyPr>
          <a:lstStyle>
            <a:lvl1pPr algn="l" rtl="0">
              <a:lnSpc>
                <a:spcPct val="90000"/>
              </a:lnSpc>
              <a:defRPr sz="5400" cap="none" baseline="0"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 smtClean="0"/>
              <a:t>单击此处编辑母版副标题样式</a:t>
            </a:r>
            <a:endParaRPr lang="zh-CN" altLang="en-US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 baseline="0"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D2BB3D5-B3F4-4256-B6ED-4B874E5DE258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en-US" altLang="zh-CN" noProof="0" smtClean="0"/>
              <a:pPr rtl="0"/>
              <a:t>‹#›</a:t>
            </a:fld>
            <a:endParaRPr lang="en-US" altLang="zh-CN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 bwMode="auto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rtlCol="0" anchor="t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600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09DE028-75A5-419A-B395-C2EDFBD58642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pPr rtl="0"/>
              <a:t>‹#›</a:t>
            </a:fld>
            <a:endParaRPr lang="en-US" altLang="zh-CN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609600" indent="0" algn="l" rtl="0">
              <a:buNone/>
              <a:defRPr sz="2700" b="1"/>
            </a:lvl2pPr>
            <a:lvl3pPr marL="1219200" indent="0" algn="l" rtl="0">
              <a:buNone/>
              <a:defRPr sz="2400" b="1"/>
            </a:lvl3pPr>
            <a:lvl4pPr marL="1828165" indent="0" algn="l" rtl="0">
              <a:buNone/>
              <a:defRPr sz="2100" b="1"/>
            </a:lvl4pPr>
            <a:lvl5pPr marL="2437765" indent="0" algn="l" rtl="0">
              <a:buNone/>
              <a:defRPr sz="2100" b="1"/>
            </a:lvl5pPr>
            <a:lvl6pPr marL="3047365" indent="0" algn="l" rtl="0">
              <a:buNone/>
              <a:defRPr sz="2100" b="1"/>
            </a:lvl6pPr>
            <a:lvl7pPr marL="3656965" indent="0" algn="l" rtl="0">
              <a:buNone/>
              <a:defRPr sz="2100" b="1"/>
            </a:lvl7pPr>
            <a:lvl8pPr marL="4266565" indent="0" algn="l" rtl="0">
              <a:buNone/>
              <a:defRPr sz="2100" b="1"/>
            </a:lvl8pPr>
            <a:lvl9pPr marL="4876165" indent="0" algn="l" rtl="0">
              <a:buNone/>
              <a:defRPr sz="21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609600" indent="0" algn="l" rtl="0">
              <a:buNone/>
              <a:defRPr sz="2700" b="1"/>
            </a:lvl2pPr>
            <a:lvl3pPr marL="1219200" indent="0" algn="l" rtl="0">
              <a:buNone/>
              <a:defRPr sz="2400" b="1"/>
            </a:lvl3pPr>
            <a:lvl4pPr marL="1828165" indent="0" algn="l" rtl="0">
              <a:buNone/>
              <a:defRPr sz="2100" b="1"/>
            </a:lvl4pPr>
            <a:lvl5pPr marL="2437765" indent="0" algn="l" rtl="0">
              <a:buNone/>
              <a:defRPr sz="2100" b="1"/>
            </a:lvl5pPr>
            <a:lvl6pPr marL="3047365" indent="0" algn="l" rtl="0">
              <a:buNone/>
              <a:defRPr sz="2100" b="1"/>
            </a:lvl6pPr>
            <a:lvl7pPr marL="3656965" indent="0" algn="l" rtl="0">
              <a:buNone/>
              <a:defRPr sz="2100" b="1"/>
            </a:lvl7pPr>
            <a:lvl8pPr marL="4266565" indent="0" algn="l" rtl="0">
              <a:buNone/>
              <a:defRPr sz="2100" b="1"/>
            </a:lvl8pPr>
            <a:lvl9pPr marL="4876165" indent="0" algn="l" rtl="0">
              <a:buNone/>
              <a:defRPr sz="2100" b="1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045" algn="l" rtl="0">
              <a:defRPr sz="1800"/>
            </a:lvl5pPr>
            <a:lvl6pPr marL="2011045" algn="l" rtl="0">
              <a:defRPr sz="1800"/>
            </a:lvl6pPr>
            <a:lvl7pPr marL="2011045" algn="l" rtl="0">
              <a:defRPr sz="1800"/>
            </a:lvl7pPr>
            <a:lvl8pPr marL="2011045" algn="l" rtl="0">
              <a:defRPr sz="1800"/>
            </a:lvl8pPr>
            <a:lvl9pPr marL="2011045" algn="l" rtl="0">
              <a:defRPr sz="18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B54F77-3742-4919-9EAD-96757A014E94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pPr rtl="0"/>
              <a:t>‹#›</a:t>
            </a:fld>
            <a:endParaRPr lang="en-US" altLang="zh-CN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C6EB163-526A-4855-8844-4C6501B96975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pPr rtl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E9B638C-251D-44EC-B8B2-08EC45208A21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altLang="zh-CN" noProof="0" smtClean="0"/>
              <a:pPr rtl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rtlCol="0" anchor="b">
            <a:normAutofit/>
          </a:bodyPr>
          <a:lstStyle>
            <a:lvl1pPr algn="l" rtl="0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l" rtl="0"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/>
            </a:lvl8pPr>
            <a:lvl9pPr algn="l" rtl="0">
              <a:defRPr sz="18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l" rtl="0">
              <a:buNone/>
              <a:defRPr sz="1600"/>
            </a:lvl2pPr>
            <a:lvl3pPr marL="1219200" indent="0" algn="l" rtl="0">
              <a:buNone/>
              <a:defRPr sz="1300"/>
            </a:lvl3pPr>
            <a:lvl4pPr marL="1828165" indent="0" algn="l" rtl="0">
              <a:buNone/>
              <a:defRPr sz="1200"/>
            </a:lvl4pPr>
            <a:lvl5pPr marL="2437765" indent="0" algn="l" rtl="0">
              <a:buNone/>
              <a:defRPr sz="1200"/>
            </a:lvl5pPr>
            <a:lvl6pPr marL="3047365" indent="0" algn="l" rtl="0">
              <a:buNone/>
              <a:defRPr sz="1200"/>
            </a:lvl6pPr>
            <a:lvl7pPr marL="3656965" indent="0" algn="l" rtl="0">
              <a:buNone/>
              <a:defRPr sz="1200"/>
            </a:lvl7pPr>
            <a:lvl8pPr marL="4266565" indent="0" algn="l" rtl="0">
              <a:buNone/>
              <a:defRPr sz="1200"/>
            </a:lvl8pPr>
            <a:lvl9pPr marL="4876165" indent="0" algn="l" rtl="0">
              <a:buNone/>
              <a:defRPr sz="12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D005F57-EA56-4A95-B718-20B6AA09091F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FBB78A-01B4-41F2-96B0-677A4A28283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rtlCol="0" anchor="b">
            <a:normAutofit/>
          </a:bodyPr>
          <a:lstStyle>
            <a:lvl1pPr algn="l" rtl="0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l" rtl="0">
              <a:buNone/>
              <a:defRPr sz="3700"/>
            </a:lvl2pPr>
            <a:lvl3pPr marL="1219200" indent="0" algn="l" rtl="0">
              <a:buNone/>
              <a:defRPr sz="3200"/>
            </a:lvl3pPr>
            <a:lvl4pPr marL="1828165" indent="0" algn="l" rtl="0">
              <a:buNone/>
              <a:defRPr sz="2700"/>
            </a:lvl4pPr>
            <a:lvl5pPr marL="2437765" indent="0" algn="l" rtl="0">
              <a:buNone/>
              <a:defRPr sz="2700"/>
            </a:lvl5pPr>
            <a:lvl6pPr marL="3047365" indent="0" algn="l" rtl="0">
              <a:buNone/>
              <a:defRPr sz="2700"/>
            </a:lvl6pPr>
            <a:lvl7pPr marL="3656965" indent="0" algn="l" rtl="0">
              <a:buNone/>
              <a:defRPr sz="2700"/>
            </a:lvl7pPr>
            <a:lvl8pPr marL="4266565" indent="0" algn="l" rtl="0">
              <a:buNone/>
              <a:defRPr sz="2700"/>
            </a:lvl8pPr>
            <a:lvl9pPr marL="4876165" indent="0" algn="l" rtl="0">
              <a:buNone/>
              <a:defRPr sz="2700"/>
            </a:lvl9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l" rtl="0">
              <a:buNone/>
              <a:defRPr sz="1600"/>
            </a:lvl2pPr>
            <a:lvl3pPr marL="1219200" indent="0" algn="l" rtl="0">
              <a:buNone/>
              <a:defRPr sz="1300"/>
            </a:lvl3pPr>
            <a:lvl4pPr marL="1828165" indent="0" algn="l" rtl="0">
              <a:buNone/>
              <a:defRPr sz="1200"/>
            </a:lvl4pPr>
            <a:lvl5pPr marL="2437765" indent="0" algn="l" rtl="0">
              <a:buNone/>
              <a:defRPr sz="1200"/>
            </a:lvl5pPr>
            <a:lvl6pPr marL="3047365" indent="0" algn="l" rtl="0">
              <a:buNone/>
              <a:defRPr sz="1200"/>
            </a:lvl6pPr>
            <a:lvl7pPr marL="3656965" indent="0" algn="l" rtl="0">
              <a:buNone/>
              <a:defRPr sz="1200"/>
            </a:lvl7pPr>
            <a:lvl8pPr marL="4266565" indent="0" algn="l" rtl="0">
              <a:buNone/>
              <a:defRPr sz="1200"/>
            </a:lvl8pPr>
            <a:lvl9pPr marL="4876165" indent="0" algn="l" rtl="0">
              <a:buNone/>
              <a:defRPr sz="12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6F99FFF-1AD8-41BA-A4C2-05782CB95A16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FBB78A-01B4-41F2-96B0-677A4A282832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5677D0B-F53C-4787-A85A-18D33BC3BEA1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en-US" altLang="zh-CN" noProof="0" smtClean="0"/>
              <a:pPr rtl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 rtlCol="0"/>
          <a:lstStyle/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4B89B6B-C640-4814-94E3-C138F9C73EE7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en-US" altLang="zh-CN" noProof="0" smtClean="0"/>
              <a:pPr rtl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74EC2AD-E193-40F2-8E09-6DD726A8C215}" type="datetime1">
              <a:rPr lang="zh-CN" altLang="en-US" smtClean="0"/>
              <a:pPr/>
              <a:t>2018/5/9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37DED6-D4C7-42EE-AB49-D2E39E64FDE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1218565" rtl="0" eaLnBrk="1" latinLnBrk="0" hangingPunct="1">
        <a:lnSpc>
          <a:spcPct val="85000"/>
        </a:lnSpc>
        <a:spcBef>
          <a:spcPct val="0"/>
        </a:spcBef>
        <a:buNone/>
        <a:defRPr sz="4400" kern="1200" cap="none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04800" indent="-304800" algn="l" defTabSz="1218565" rtl="0" eaLnBrk="1" latinLnBrk="0" hangingPunct="1">
        <a:lnSpc>
          <a:spcPct val="95000"/>
        </a:lnSpc>
        <a:spcBef>
          <a:spcPts val="1865"/>
        </a:spcBef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31520" indent="-304800" algn="l" defTabSz="1218565" rtl="0" eaLnBrk="1" latinLnBrk="0" hangingPunct="1">
        <a:lnSpc>
          <a:spcPct val="95000"/>
        </a:lnSpc>
        <a:spcBef>
          <a:spcPts val="1065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58240" indent="-304800" algn="l" defTabSz="1218565" rtl="0" eaLnBrk="1" latinLnBrk="0" hangingPunct="1">
        <a:lnSpc>
          <a:spcPct val="95000"/>
        </a:lnSpc>
        <a:spcBef>
          <a:spcPts val="1065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584960" indent="-304800" algn="l" defTabSz="1218565" rtl="0" eaLnBrk="1" latinLnBrk="0" hangingPunct="1">
        <a:lnSpc>
          <a:spcPct val="95000"/>
        </a:lnSpc>
        <a:spcBef>
          <a:spcPts val="1065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11045" indent="-304800" algn="l" defTabSz="1218565" rtl="0" eaLnBrk="1" latinLnBrk="0" hangingPunct="1">
        <a:lnSpc>
          <a:spcPct val="95000"/>
        </a:lnSpc>
        <a:spcBef>
          <a:spcPts val="1065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437765" indent="-304800" algn="l" defTabSz="1218565" rtl="0" eaLnBrk="1" latinLnBrk="0" hangingPunct="1">
        <a:lnSpc>
          <a:spcPct val="95000"/>
        </a:lnSpc>
        <a:spcBef>
          <a:spcPts val="1065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485" indent="-304800" algn="l" defTabSz="1218565" rtl="0" eaLnBrk="1" latinLnBrk="0" hangingPunct="1">
        <a:lnSpc>
          <a:spcPct val="95000"/>
        </a:lnSpc>
        <a:spcBef>
          <a:spcPts val="1065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05" indent="-304800" algn="l" defTabSz="1218565" rtl="0" eaLnBrk="1" latinLnBrk="0" hangingPunct="1">
        <a:lnSpc>
          <a:spcPct val="95000"/>
        </a:lnSpc>
        <a:spcBef>
          <a:spcPts val="1065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85" indent="-304800" algn="l" defTabSz="1218565" rtl="0" eaLnBrk="1" latinLnBrk="0" hangingPunct="1">
        <a:lnSpc>
          <a:spcPct val="95000"/>
        </a:lnSpc>
        <a:spcBef>
          <a:spcPts val="1065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CN" altLang="en-US" dirty="0" smtClean="0"/>
              <a:t>第九组第七次汇报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altLang="zh-CN" sz="2000" dirty="0" smtClean="0"/>
              <a:t>——  </a:t>
            </a:r>
            <a:r>
              <a:rPr lang="zh-CN" altLang="en-US" sz="2000" dirty="0" smtClean="0"/>
              <a:t>吴文迪、吕小凡、徐天诚</a:t>
            </a:r>
            <a:r>
              <a:rPr lang="zh-CN" altLang="en-US" sz="2000" dirty="0"/>
              <a:t>、梁智聪、王彦博、</a:t>
            </a:r>
            <a:r>
              <a:rPr lang="zh-CN" altLang="en-US" sz="2000" dirty="0" smtClean="0"/>
              <a:t>李俊华</a:t>
            </a:r>
            <a:endParaRPr lang="zh-CN" altLang="en-US" sz="2000" dirty="0"/>
          </a:p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 smtClean="0"/>
              <a:t>本周分工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1125860" y="1700808"/>
            <a:ext cx="10157354" cy="4759424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吕小凡：在概要设计文档中完善日志和异常部分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            </a:t>
            </a:r>
            <a:r>
              <a:rPr lang="zh-CN" altLang="en-US" dirty="0" smtClean="0"/>
              <a:t>编写主界面的接受测试文档</a:t>
            </a:r>
            <a:endParaRPr lang="en-US" altLang="zh-CN" dirty="0" smtClean="0"/>
          </a:p>
          <a:p>
            <a:r>
              <a:rPr lang="zh-CN" altLang="en-US" dirty="0" smtClean="0"/>
              <a:t>王彦博：在详细设计文档中完善日志和异常部分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            </a:t>
            </a:r>
            <a:r>
              <a:rPr lang="zh-CN" altLang="en-US" dirty="0" smtClean="0"/>
              <a:t>编写主界面的接受测试文档</a:t>
            </a:r>
            <a:endParaRPr lang="en-US" altLang="zh-CN" dirty="0" smtClean="0"/>
          </a:p>
          <a:p>
            <a:r>
              <a:rPr lang="zh-CN" altLang="en-US" dirty="0" smtClean="0"/>
              <a:t>吴文迪：人员分工、编程实现原型</a:t>
            </a:r>
            <a:endParaRPr lang="en-US" altLang="zh-CN" dirty="0" smtClean="0"/>
          </a:p>
          <a:p>
            <a:r>
              <a:rPr lang="zh-CN" altLang="en-US" dirty="0" smtClean="0"/>
              <a:t>李俊华：编程实现原型</a:t>
            </a:r>
            <a:endParaRPr lang="en-US" altLang="zh-CN" dirty="0" smtClean="0"/>
          </a:p>
          <a:p>
            <a:r>
              <a:rPr lang="zh-CN" altLang="en-US" dirty="0" smtClean="0"/>
              <a:t>梁智聪：编程实现原型</a:t>
            </a:r>
            <a:endParaRPr lang="zh-CN" altLang="en-US" dirty="0"/>
          </a:p>
          <a:p>
            <a:r>
              <a:rPr lang="zh-CN" altLang="en-US" dirty="0" smtClean="0"/>
              <a:t>徐天诚：编程实现原型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3"/>
          <p:cNvSpPr txBox="1"/>
          <p:nvPr/>
        </p:nvSpPr>
        <p:spPr>
          <a:xfrm>
            <a:off x="261764" y="2204864"/>
            <a:ext cx="10009112" cy="3384376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marL="0" indent="0" algn="l" defTabSz="1218565" rtl="0" eaLnBrk="1" latinLnBrk="0" hangingPunct="1">
              <a:lnSpc>
                <a:spcPct val="95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100000"/>
              <a:buFont typeface="Century Gothic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219200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100000"/>
              <a:buFont typeface="Century Gothic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828165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100000"/>
              <a:buFont typeface="Century Gothic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437765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100000"/>
              <a:buFont typeface="Century Gothic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3047365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90000"/>
              <a:buFont typeface="Century Gothic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5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90000"/>
              <a:buFont typeface="Century Gothic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565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90000"/>
              <a:buFont typeface="Century Gothic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165" indent="0" algn="l" defTabSz="1218565" rtl="0" eaLnBrk="1" latinLnBrk="0" hangingPunct="1">
              <a:lnSpc>
                <a:spcPct val="95000"/>
              </a:lnSpc>
              <a:spcBef>
                <a:spcPts val="1065"/>
              </a:spcBef>
              <a:buSzPct val="90000"/>
              <a:buFont typeface="Century Gothic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 smtClean="0"/>
              <a:t>概要设计文档介绍（日志、异常部分）： 吕小凡</a:t>
            </a:r>
            <a:endParaRPr lang="en-US" altLang="zh-CN" dirty="0" smtClean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 smtClean="0"/>
              <a:t>详细设计文档介绍（日志、异常部分）： 王彦博</a:t>
            </a:r>
            <a:endParaRPr lang="en-US" altLang="zh-CN" dirty="0" smtClean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 smtClean="0"/>
              <a:t>原型实现介绍：吴文迪、李俊华、梁智聪、徐天诚</a:t>
            </a:r>
            <a:endParaRPr lang="en-US" altLang="zh-CN" dirty="0" smtClean="0"/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dirty="0" smtClean="0"/>
          </a:p>
          <a:p>
            <a:pPr marL="457200" indent="-457200"/>
            <a:r>
              <a:rPr lang="zh-CN" altLang="en-US" dirty="0" smtClean="0"/>
              <a:t>    </a:t>
            </a:r>
            <a:endParaRPr lang="en-US" altLang="zh-CN" dirty="0" smtClean="0"/>
          </a:p>
          <a:p>
            <a:pPr marL="457200" indent="-457200"/>
            <a:r>
              <a:rPr lang="en-US" altLang="zh-CN" dirty="0" smtClean="0"/>
              <a:t>   </a:t>
            </a: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概要设计文档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异常部分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8640960" cy="648072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（一）</a:t>
            </a:r>
            <a:r>
              <a:rPr lang="zh-CN" altLang="zh-CN" dirty="0" smtClean="0"/>
              <a:t>异常处理原则：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1924" y="1916832"/>
            <a:ext cx="8543268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概要设计文档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异常部分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9721080" cy="1584176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（二）</a:t>
            </a:r>
            <a:r>
              <a:rPr lang="zh-CN" altLang="zh-CN" dirty="0" smtClean="0"/>
              <a:t>异常</a:t>
            </a:r>
            <a:r>
              <a:rPr lang="zh-CN" altLang="en-US" dirty="0" smtClean="0"/>
              <a:t>的</a:t>
            </a:r>
            <a:r>
              <a:rPr lang="zh-CN" altLang="zh-CN" dirty="0" smtClean="0"/>
              <a:t>捕获：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c#</a:t>
            </a:r>
            <a:r>
              <a:rPr lang="zh-CN" altLang="zh-CN" dirty="0" smtClean="0"/>
              <a:t>中提供</a:t>
            </a:r>
            <a:r>
              <a:rPr lang="en-US" altLang="zh-CN" dirty="0" smtClean="0"/>
              <a:t>try </a:t>
            </a:r>
            <a:r>
              <a:rPr lang="zh-CN" altLang="zh-CN" dirty="0" smtClean="0"/>
              <a:t>和</a:t>
            </a:r>
            <a:r>
              <a:rPr lang="en-US" altLang="zh-CN" dirty="0" smtClean="0"/>
              <a:t>catch</a:t>
            </a:r>
            <a:r>
              <a:rPr lang="zh-CN" altLang="zh-CN" dirty="0" smtClean="0"/>
              <a:t>块提供了一种结构化的异常处理方案，所有可能出现的异常都必须得到妥善的处理</a:t>
            </a:r>
            <a:r>
              <a:rPr lang="zh-CN" altLang="en-US" dirty="0" smtClean="0"/>
              <a:t>。</a:t>
            </a: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5" name="内容占位符 13"/>
          <p:cNvSpPr txBox="1"/>
          <p:nvPr/>
        </p:nvSpPr>
        <p:spPr>
          <a:xfrm>
            <a:off x="549796" y="3068960"/>
            <a:ext cx="9721080" cy="576064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marL="304800" marR="0" lvl="0" indent="-304800" algn="l" defTabSz="1218565" rtl="0" eaLnBrk="1" fontAlgn="auto" latinLnBrk="0" hangingPunct="1">
              <a:lnSpc>
                <a:spcPct val="95000"/>
              </a:lnSpc>
              <a:spcBef>
                <a:spcPts val="186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（三）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常见异常类</a:t>
            </a:r>
            <a:r>
              <a:rPr kumimoji="0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概要设计中提出了六大种类的异常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04800" marR="0" lvl="0" indent="-304800" algn="l" defTabSz="1218565" rtl="0" eaLnBrk="1" fontAlgn="auto" latinLnBrk="0" hangingPunct="1">
              <a:lnSpc>
                <a:spcPct val="95000"/>
              </a:lnSpc>
              <a:spcBef>
                <a:spcPts val="186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836" y="3933056"/>
            <a:ext cx="10572883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概要设计文档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异常部分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796" y="1484784"/>
            <a:ext cx="1092084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9876" y="332656"/>
            <a:ext cx="8558700" cy="652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概要设计文档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日志部分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11377264" cy="1080120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日志规范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（一）</a:t>
            </a:r>
            <a:r>
              <a:rPr lang="zh-CN" altLang="zh-CN" dirty="0" smtClean="0"/>
              <a:t>日志要严格分级</a:t>
            </a:r>
            <a:r>
              <a:rPr lang="zh-CN" altLang="en-US" dirty="0" smtClean="0"/>
              <a:t>：</a:t>
            </a:r>
            <a:endParaRPr lang="zh-CN" altLang="zh-CN" dirty="0" smtClean="0"/>
          </a:p>
          <a:p>
            <a:endParaRPr lang="en-US" altLang="zh-CN" dirty="0" smtClean="0"/>
          </a:p>
          <a:p>
            <a:endParaRPr lang="zh-CN" altLang="zh-CN" dirty="0" smtClean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3852" y="2636912"/>
            <a:ext cx="9263732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概要设计文档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日志部分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988840"/>
            <a:ext cx="11377264" cy="576064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（二）</a:t>
            </a:r>
            <a:r>
              <a:rPr lang="zh-CN" altLang="zh-CN" dirty="0" smtClean="0"/>
              <a:t>日志要记录时机</a:t>
            </a:r>
            <a:r>
              <a:rPr lang="zh-CN" altLang="en-US" dirty="0" smtClean="0"/>
              <a:t>：</a:t>
            </a:r>
            <a:r>
              <a:rPr lang="zh-CN" altLang="zh-CN" dirty="0" smtClean="0"/>
              <a:t>日志需要记录的时机必须包含：</a:t>
            </a:r>
          </a:p>
          <a:p>
            <a:pPr lvl="0"/>
            <a:endParaRPr lang="zh-CN" altLang="zh-CN" dirty="0" smtClean="0"/>
          </a:p>
          <a:p>
            <a:endParaRPr lang="en-US" altLang="zh-CN" dirty="0" smtClean="0"/>
          </a:p>
          <a:p>
            <a:endParaRPr lang="zh-CN" altLang="zh-CN" dirty="0" smtClean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7828" y="2780928"/>
            <a:ext cx="1058517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概要设计文档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日志部分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11377264" cy="1872208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（三）</a:t>
            </a:r>
            <a:r>
              <a:rPr lang="zh-CN" altLang="zh-CN" dirty="0" smtClean="0"/>
              <a:t>日志需遵守日志规范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zh-CN" dirty="0" smtClean="0"/>
              <a:t>在出现问题之后，需要立即根据日志定位问题。对于</a:t>
            </a:r>
            <a:r>
              <a:rPr lang="en-US" altLang="zh-CN" dirty="0" smtClean="0"/>
              <a:t>INFO</a:t>
            </a:r>
            <a:r>
              <a:rPr lang="zh-CN" altLang="zh-CN" dirty="0" smtClean="0"/>
              <a:t>及以上级别的日志，要求按照一定顺序，输出以下必要的信息。（最好各个级别日志都遵循以下规范，否则有些日志可能仍无法快速定位。）</a:t>
            </a:r>
          </a:p>
          <a:p>
            <a:endParaRPr lang="en-US" altLang="zh-CN" dirty="0" smtClean="0"/>
          </a:p>
          <a:p>
            <a:endParaRPr lang="zh-CN" altLang="zh-CN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796" y="3429000"/>
            <a:ext cx="1136663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详细设计文档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异常部分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8640960" cy="648072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特殊异常处理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29155" y="2681605"/>
            <a:ext cx="7930515" cy="2974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详细设计文档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日志部分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8640960" cy="648072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通用日志规范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94790" y="2341880"/>
            <a:ext cx="9008745" cy="361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详细设计文档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日志部分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8640960" cy="648072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通用日志规范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rcRect b="29045"/>
          <a:stretch>
            <a:fillRect/>
          </a:stretch>
        </p:blipFill>
        <p:spPr>
          <a:xfrm>
            <a:off x="1121410" y="2132330"/>
            <a:ext cx="9946005" cy="4053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详细设计文档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日志部分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49796" y="1412776"/>
            <a:ext cx="8640960" cy="648072"/>
          </a:xfrm>
        </p:spPr>
        <p:txBody>
          <a:bodyPr rtlCol="0">
            <a:normAutofit/>
          </a:bodyPr>
          <a:lstStyle/>
          <a:p>
            <a:r>
              <a:rPr lang="zh-CN" altLang="en-US" dirty="0" smtClean="0"/>
              <a:t>通用日志规范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7490" y="2583180"/>
            <a:ext cx="9173210" cy="3150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549796" y="260648"/>
            <a:ext cx="9297583" cy="1048544"/>
          </a:xfrm>
        </p:spPr>
        <p:txBody>
          <a:bodyPr rtlCol="0"/>
          <a:lstStyle/>
          <a:p>
            <a:r>
              <a:rPr lang="zh-CN" altLang="en-US" dirty="0" smtClean="0"/>
              <a:t>测试文档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主界面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796" y="1628800"/>
            <a:ext cx="11096432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780" y="908720"/>
            <a:ext cx="11572327" cy="4968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788" y="980728"/>
            <a:ext cx="11343019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780" y="1124744"/>
            <a:ext cx="11427347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780" y="1052736"/>
            <a:ext cx="11449272" cy="4784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1341884" y="2708920"/>
            <a:ext cx="9297583" cy="1048544"/>
          </a:xfrm>
        </p:spPr>
        <p:txBody>
          <a:bodyPr rtlCol="0"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软件介绍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书籍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蓝色书架演示文稿（宽屏）</Template>
  <TotalTime>0</TotalTime>
  <Words>330</Words>
  <Application>Microsoft Office PowerPoint</Application>
  <PresentationFormat>自定义</PresentationFormat>
  <Paragraphs>43</Paragraphs>
  <Slides>20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书籍 16x9</vt:lpstr>
      <vt:lpstr>第九组第七次汇报</vt:lpstr>
      <vt:lpstr>本周分工</vt:lpstr>
      <vt:lpstr>幻灯片 3</vt:lpstr>
      <vt:lpstr>概要设计文档——异常部分</vt:lpstr>
      <vt:lpstr>概要设计文档——异常部分</vt:lpstr>
      <vt:lpstr>概要设计文档——异常部分</vt:lpstr>
      <vt:lpstr>幻灯片 7</vt:lpstr>
      <vt:lpstr>概要设计文档——日志部分</vt:lpstr>
      <vt:lpstr>概要设计文档——日志部分</vt:lpstr>
      <vt:lpstr>概要设计文档——日志部分</vt:lpstr>
      <vt:lpstr>详细设计文档——异常部分</vt:lpstr>
      <vt:lpstr>详细设计文档——日志部分</vt:lpstr>
      <vt:lpstr>详细设计文档——日志部分</vt:lpstr>
      <vt:lpstr>详细设计文档——日志部分</vt:lpstr>
      <vt:lpstr>测试文档——主界面</vt:lpstr>
      <vt:lpstr>幻灯片 16</vt:lpstr>
      <vt:lpstr>幻灯片 17</vt:lpstr>
      <vt:lpstr>幻灯片 18</vt:lpstr>
      <vt:lpstr>幻灯片 19</vt:lpstr>
      <vt:lpstr> 软件介绍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2018-04-11T04:39:00Z</dcterms:created>
  <dcterms:modified xsi:type="dcterms:W3CDTF">2018-05-09T11:36:24Z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APDescription">
    <vt:lpwstr/>
  </property>
  <property fmtid="{D5CDD505-2E9C-101B-9397-08002B2CF9AE}" pid="9" name="AssetExpire">
    <vt:lpwstr>2029-01-01T16:00:00Z</vt:lpwstr>
  </property>
  <property fmtid="{D5CDD505-2E9C-101B-9397-08002B2CF9AE}" pid="10" name="CampaignTagsTaxHTField0">
    <vt:lpwstr/>
  </property>
  <property fmtid="{D5CDD505-2E9C-101B-9397-08002B2CF9AE}" pid="11" name="IntlLangReviewDate">
    <vt:lpwstr>1999-11-30T08:00:00Z</vt:lpwstr>
  </property>
  <property fmtid="{D5CDD505-2E9C-101B-9397-08002B2CF9AE}" pid="12" name="TPFriendlyName">
    <vt:lpwstr/>
  </property>
  <property fmtid="{D5CDD505-2E9C-101B-9397-08002B2CF9AE}" pid="13" name="IntlLangReview">
    <vt:lpwstr>0</vt:lpwstr>
  </property>
  <property fmtid="{D5CDD505-2E9C-101B-9397-08002B2CF9AE}" pid="14" name="LocLastLocAttemptVersionLookup">
    <vt:lpwstr/>
  </property>
  <property fmtid="{D5CDD505-2E9C-101B-9397-08002B2CF9AE}" pid="15" name="PolicheckWords">
    <vt:lpwstr/>
  </property>
  <property fmtid="{D5CDD505-2E9C-101B-9397-08002B2CF9AE}" pid="16" name="SubmitterId">
    <vt:lpwstr/>
  </property>
  <property fmtid="{D5CDD505-2E9C-101B-9397-08002B2CF9AE}" pid="17" name="AcquiredFrom">
    <vt:lpwstr>Internal MS</vt:lpwstr>
  </property>
  <property fmtid="{D5CDD505-2E9C-101B-9397-08002B2CF9AE}" pid="18" name="EditorialStatus">
    <vt:lpwstr/>
  </property>
  <property fmtid="{D5CDD505-2E9C-101B-9397-08002B2CF9AE}" pid="19" name="Markets">
    <vt:lpwstr/>
  </property>
  <property fmtid="{D5CDD505-2E9C-101B-9397-08002B2CF9AE}" pid="20" name="OriginAsset">
    <vt:lpwstr/>
  </property>
  <property fmtid="{D5CDD505-2E9C-101B-9397-08002B2CF9AE}" pid="21" name="AssetStart">
    <vt:lpwstr>2018-05-09T18:28:49Z</vt:lpwstr>
  </property>
  <property fmtid="{D5CDD505-2E9C-101B-9397-08002B2CF9AE}" pid="22" name="FriendlyTitle">
    <vt:lpwstr/>
  </property>
  <property fmtid="{D5CDD505-2E9C-101B-9397-08002B2CF9AE}" pid="23" name="MarketSpecific">
    <vt:lpwstr>0</vt:lpwstr>
  </property>
  <property fmtid="{D5CDD505-2E9C-101B-9397-08002B2CF9AE}" pid="24" name="TPNamespace">
    <vt:lpwstr/>
  </property>
  <property fmtid="{D5CDD505-2E9C-101B-9397-08002B2CF9AE}" pid="25" name="PublishStatusLookup">
    <vt:lpwstr/>
  </property>
  <property fmtid="{D5CDD505-2E9C-101B-9397-08002B2CF9AE}" pid="26" name="APAuthor">
    <vt:lpwstr/>
  </property>
  <property fmtid="{D5CDD505-2E9C-101B-9397-08002B2CF9AE}" pid="27" name="TPCommandLine">
    <vt:lpwstr/>
  </property>
  <property fmtid="{D5CDD505-2E9C-101B-9397-08002B2CF9AE}" pid="28" name="IntlLangReviewer">
    <vt:lpwstr/>
  </property>
  <property fmtid="{D5CDD505-2E9C-101B-9397-08002B2CF9AE}" pid="29" name="OpenTemplate">
    <vt:lpwstr>0</vt:lpwstr>
  </property>
  <property fmtid="{D5CDD505-2E9C-101B-9397-08002B2CF9AE}" pid="30" name="CSXSubmissionDate">
    <vt:lpwstr>1999-11-30T08:00:00Z</vt:lpwstr>
  </property>
  <property fmtid="{D5CDD505-2E9C-101B-9397-08002B2CF9AE}" pid="31" name="TaxCatchAll">
    <vt:lpwstr/>
  </property>
  <property fmtid="{D5CDD505-2E9C-101B-9397-08002B2CF9AE}" pid="32" name="Manager">
    <vt:lpwstr/>
  </property>
  <property fmtid="{D5CDD505-2E9C-101B-9397-08002B2CF9AE}" pid="33" name="NumericId">
    <vt:lpwstr/>
  </property>
  <property fmtid="{D5CDD505-2E9C-101B-9397-08002B2CF9AE}" pid="34" name="ParentAssetId">
    <vt:lpwstr/>
  </property>
  <property fmtid="{D5CDD505-2E9C-101B-9397-08002B2CF9AE}" pid="35" name="OriginalSourceMarket">
    <vt:lpwstr/>
  </property>
  <property fmtid="{D5CDD505-2E9C-101B-9397-08002B2CF9AE}" pid="36" name="ApprovalStatus">
    <vt:lpwstr>InProgress</vt:lpwstr>
  </property>
  <property fmtid="{D5CDD505-2E9C-101B-9397-08002B2CF9AE}" pid="37" name="TPComponent">
    <vt:lpwstr/>
  </property>
  <property fmtid="{D5CDD505-2E9C-101B-9397-08002B2CF9AE}" pid="38" name="EditorialTags">
    <vt:lpwstr/>
  </property>
  <property fmtid="{D5CDD505-2E9C-101B-9397-08002B2CF9AE}" pid="39" name="TPExecutable">
    <vt:lpwstr/>
  </property>
  <property fmtid="{D5CDD505-2E9C-101B-9397-08002B2CF9AE}" pid="40" name="TPLaunchHelpLink">
    <vt:lpwstr/>
  </property>
  <property fmtid="{D5CDD505-2E9C-101B-9397-08002B2CF9AE}" pid="41" name="LocComments">
    <vt:lpwstr/>
  </property>
  <property fmtid="{D5CDD505-2E9C-101B-9397-08002B2CF9AE}" pid="42" name="LocRecommendedHandoff">
    <vt:lpwstr/>
  </property>
  <property fmtid="{D5CDD505-2E9C-101B-9397-08002B2CF9AE}" pid="43" name="SourceTitle">
    <vt:lpwstr/>
  </property>
  <property fmtid="{D5CDD505-2E9C-101B-9397-08002B2CF9AE}" pid="44" name="CSXUpdate">
    <vt:lpwstr>0</vt:lpwstr>
  </property>
  <property fmtid="{D5CDD505-2E9C-101B-9397-08002B2CF9AE}" pid="45" name="IntlLocPriority">
    <vt:lpwstr/>
  </property>
  <property fmtid="{D5CDD505-2E9C-101B-9397-08002B2CF9AE}" pid="46" name="UAProjectedTotalWords">
    <vt:lpwstr/>
  </property>
  <property fmtid="{D5CDD505-2E9C-101B-9397-08002B2CF9AE}" pid="47" name="AssetType">
    <vt:lpwstr/>
  </property>
  <property fmtid="{D5CDD505-2E9C-101B-9397-08002B2CF9AE}" pid="48" name="MachineTranslated">
    <vt:lpwstr>0</vt:lpwstr>
  </property>
  <property fmtid="{D5CDD505-2E9C-101B-9397-08002B2CF9AE}" pid="49" name="OutputCachingOn">
    <vt:lpwstr>0</vt:lpwstr>
  </property>
  <property fmtid="{D5CDD505-2E9C-101B-9397-08002B2CF9AE}" pid="50" name="TemplateStatus">
    <vt:lpwstr/>
  </property>
  <property fmtid="{D5CDD505-2E9C-101B-9397-08002B2CF9AE}" pid="51" name="IsSearchable">
    <vt:lpwstr>0</vt:lpwstr>
  </property>
  <property fmtid="{D5CDD505-2E9C-101B-9397-08002B2CF9AE}" pid="52" name="ContentItem">
    <vt:lpwstr/>
  </property>
  <property fmtid="{D5CDD505-2E9C-101B-9397-08002B2CF9AE}" pid="53" name="HandoffToMSDN">
    <vt:lpwstr>1999-11-30T08:00:00Z</vt:lpwstr>
  </property>
  <property fmtid="{D5CDD505-2E9C-101B-9397-08002B2CF9AE}" pid="54" name="ShowIn">
    <vt:lpwstr>Show everywhere</vt:lpwstr>
  </property>
  <property fmtid="{D5CDD505-2E9C-101B-9397-08002B2CF9AE}" pid="55" name="ThumbnailAssetId">
    <vt:lpwstr/>
  </property>
  <property fmtid="{D5CDD505-2E9C-101B-9397-08002B2CF9AE}" pid="56" name="UALocComments">
    <vt:lpwstr/>
  </property>
  <property fmtid="{D5CDD505-2E9C-101B-9397-08002B2CF9AE}" pid="57" name="UALocRecommendation">
    <vt:lpwstr>Localize</vt:lpwstr>
  </property>
  <property fmtid="{D5CDD505-2E9C-101B-9397-08002B2CF9AE}" pid="58" name="LastModifiedDateTime">
    <vt:lpwstr>1999-11-30T08:00:00Z</vt:lpwstr>
  </property>
  <property fmtid="{D5CDD505-2E9C-101B-9397-08002B2CF9AE}" pid="59" name="LegacyData">
    <vt:lpwstr/>
  </property>
  <property fmtid="{D5CDD505-2E9C-101B-9397-08002B2CF9AE}" pid="60" name="LocManualTestRequired">
    <vt:lpwstr>0</vt:lpwstr>
  </property>
  <property fmtid="{D5CDD505-2E9C-101B-9397-08002B2CF9AE}" pid="61" name="LocMarketGroupTiers2">
    <vt:lpwstr/>
  </property>
  <property fmtid="{D5CDD505-2E9C-101B-9397-08002B2CF9AE}" pid="62" name="ClipArtFilename">
    <vt:lpwstr/>
  </property>
  <property fmtid="{D5CDD505-2E9C-101B-9397-08002B2CF9AE}" pid="63" name="TPApplication">
    <vt:lpwstr/>
  </property>
  <property fmtid="{D5CDD505-2E9C-101B-9397-08002B2CF9AE}" pid="64" name="CSXHash">
    <vt:lpwstr/>
  </property>
  <property fmtid="{D5CDD505-2E9C-101B-9397-08002B2CF9AE}" pid="65" name="DirectSourceMarket">
    <vt:lpwstr/>
  </property>
  <property fmtid="{D5CDD505-2E9C-101B-9397-08002B2CF9AE}" pid="66" name="PrimaryImageGen">
    <vt:lpwstr>0</vt:lpwstr>
  </property>
  <property fmtid="{D5CDD505-2E9C-101B-9397-08002B2CF9AE}" pid="67" name="PlannedPubDate">
    <vt:lpwstr>1999-11-30T08:00:00Z</vt:lpwstr>
  </property>
  <property fmtid="{D5CDD505-2E9C-101B-9397-08002B2CF9AE}" pid="68" name="CSXSubmissionMarket">
    <vt:lpwstr/>
  </property>
  <property fmtid="{D5CDD505-2E9C-101B-9397-08002B2CF9AE}" pid="69" name="Downloads">
    <vt:lpwstr>0</vt:lpwstr>
  </property>
  <property fmtid="{D5CDD505-2E9C-101B-9397-08002B2CF9AE}" pid="70" name="ArtSampleDocs">
    <vt:lpwstr/>
  </property>
  <property fmtid="{D5CDD505-2E9C-101B-9397-08002B2CF9AE}" pid="71" name="TrustLevel">
    <vt:lpwstr>1 Microsoft Managed Content</vt:lpwstr>
  </property>
  <property fmtid="{D5CDD505-2E9C-101B-9397-08002B2CF9AE}" pid="72" name="BlockPublish">
    <vt:lpwstr>0</vt:lpwstr>
  </property>
  <property fmtid="{D5CDD505-2E9C-101B-9397-08002B2CF9AE}" pid="73" name="TPLaunchHelpLinkType">
    <vt:lpwstr>Template</vt:lpwstr>
  </property>
  <property fmtid="{D5CDD505-2E9C-101B-9397-08002B2CF9AE}" pid="74" name="LocalizationTagsTaxHTField0">
    <vt:lpwstr/>
  </property>
  <property fmtid="{D5CDD505-2E9C-101B-9397-08002B2CF9AE}" pid="75" name="BusinessGroup">
    <vt:lpwstr/>
  </property>
  <property fmtid="{D5CDD505-2E9C-101B-9397-08002B2CF9AE}" pid="76" name="Providers">
    <vt:lpwstr/>
  </property>
  <property fmtid="{D5CDD505-2E9C-101B-9397-08002B2CF9AE}" pid="77" name="TemplateTemplateType">
    <vt:lpwstr/>
  </property>
  <property fmtid="{D5CDD505-2E9C-101B-9397-08002B2CF9AE}" pid="78" name="TimesCloned">
    <vt:lpwstr/>
  </property>
  <property fmtid="{D5CDD505-2E9C-101B-9397-08002B2CF9AE}" pid="79" name="TPAppVersion">
    <vt:lpwstr/>
  </property>
  <property fmtid="{D5CDD505-2E9C-101B-9397-08002B2CF9AE}" pid="80" name="VoteCount">
    <vt:lpwstr/>
  </property>
  <property fmtid="{D5CDD505-2E9C-101B-9397-08002B2CF9AE}" pid="81" name="AverageRating">
    <vt:lpwstr/>
  </property>
  <property fmtid="{D5CDD505-2E9C-101B-9397-08002B2CF9AE}" pid="82" name="FeatureTagsTaxHTField0">
    <vt:lpwstr/>
  </property>
  <property fmtid="{D5CDD505-2E9C-101B-9397-08002B2CF9AE}" pid="83" name="Provider">
    <vt:lpwstr/>
  </property>
  <property fmtid="{D5CDD505-2E9C-101B-9397-08002B2CF9AE}" pid="84" name="UACurrentWords">
    <vt:lpwstr/>
  </property>
  <property fmtid="{D5CDD505-2E9C-101B-9397-08002B2CF9AE}" pid="85" name="AssetId">
    <vt:lpwstr/>
  </property>
  <property fmtid="{D5CDD505-2E9C-101B-9397-08002B2CF9AE}" pid="86" name="TPClientViewer">
    <vt:lpwstr/>
  </property>
  <property fmtid="{D5CDD505-2E9C-101B-9397-08002B2CF9AE}" pid="87" name="DSATActionTaken">
    <vt:lpwstr/>
  </property>
  <property fmtid="{D5CDD505-2E9C-101B-9397-08002B2CF9AE}" pid="88" name="APEditor">
    <vt:lpwstr/>
  </property>
  <property fmtid="{D5CDD505-2E9C-101B-9397-08002B2CF9AE}" pid="89" name="TPInstallLocation">
    <vt:lpwstr/>
  </property>
  <property fmtid="{D5CDD505-2E9C-101B-9397-08002B2CF9AE}" pid="90" name="OOCacheId">
    <vt:lpwstr/>
  </property>
  <property fmtid="{D5CDD505-2E9C-101B-9397-08002B2CF9AE}" pid="91" name="IsDeleted">
    <vt:lpwstr>0</vt:lpwstr>
  </property>
  <property fmtid="{D5CDD505-2E9C-101B-9397-08002B2CF9AE}" pid="92" name="PublishTargets">
    <vt:lpwstr>OfficeOnlineVNext</vt:lpwstr>
  </property>
  <property fmtid="{D5CDD505-2E9C-101B-9397-08002B2CF9AE}" pid="93" name="ApprovalLog">
    <vt:lpwstr/>
  </property>
  <property fmtid="{D5CDD505-2E9C-101B-9397-08002B2CF9AE}" pid="94" name="BugNumber">
    <vt:lpwstr/>
  </property>
  <property fmtid="{D5CDD505-2E9C-101B-9397-08002B2CF9AE}" pid="95" name="CrawlForDependencies">
    <vt:lpwstr>0</vt:lpwstr>
  </property>
  <property fmtid="{D5CDD505-2E9C-101B-9397-08002B2CF9AE}" pid="96" name="InternalTagsTaxHTField0">
    <vt:lpwstr/>
  </property>
  <property fmtid="{D5CDD505-2E9C-101B-9397-08002B2CF9AE}" pid="97" name="LastHandOff">
    <vt:lpwstr>1999-11-30T08:00:00Z</vt:lpwstr>
  </property>
  <property fmtid="{D5CDD505-2E9C-101B-9397-08002B2CF9AE}" pid="98" name="Milestone">
    <vt:lpwstr/>
  </property>
  <property fmtid="{D5CDD505-2E9C-101B-9397-08002B2CF9AE}" pid="99" name="OriginalRelease">
    <vt:lpwstr>15</vt:lpwstr>
  </property>
  <property fmtid="{D5CDD505-2E9C-101B-9397-08002B2CF9AE}" pid="100" name="RecommendationsModifier">
    <vt:lpwstr/>
  </property>
  <property fmtid="{D5CDD505-2E9C-101B-9397-08002B2CF9AE}" pid="101" name="ScenarioTagsTaxHTField0">
    <vt:lpwstr/>
  </property>
  <property fmtid="{D5CDD505-2E9C-101B-9397-08002B2CF9AE}" pid="102" name="UANotes">
    <vt:lpwstr/>
  </property>
  <property fmtid="{D5CDD505-2E9C-101B-9397-08002B2CF9AE}" pid="103" name="KSOProductBuildVer">
    <vt:lpwstr>2052-10.1.0.6929</vt:lpwstr>
  </property>
</Properties>
</file>